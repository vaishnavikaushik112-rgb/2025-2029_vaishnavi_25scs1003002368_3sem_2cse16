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28816" y="0"/>
            <a:ext cx="5663184" cy="6858000"/>
          </a:xfrm>
          <a:prstGeom prst="rect">
            <a:avLst/>
          </a:prstGeom>
          <a:solidFill>
            <a:srgbClr val="13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2900"/>
            <a:ext cx="5364480" cy="9770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09169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latin typeface="Calibri"/>
              </a:rPr>
              <a:t>CODEC TECHNOLOGIES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97430"/>
            <a:ext cx="5974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latin typeface="Calibri"/>
              </a:rPr>
              <a:t>Artificial Intelligence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57550"/>
            <a:ext cx="585216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7AB5"/>
                </a:solidFill>
                <a:latin typeface="Calibri"/>
              </a:rPr>
              <a:t>An 8-Week Professional Internship Presentation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34890"/>
            <a:ext cx="48768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latin typeface="Calibri"/>
              </a:rPr>
              <a:t>INTERNSHIP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4063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latin typeface="Calibri"/>
              </a:rPr>
              <a:t>30 July 2026 – 30 August 2026 (1 Month)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4095" y="514350"/>
            <a:ext cx="48768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latin typeface="Calibri"/>
              </a:rPr>
              <a:t>STUDENT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64095" y="809244"/>
            <a:ext cx="4937760" cy="1508760"/>
          </a:xfrm>
          <a:prstGeom prst="roundRect">
            <a:avLst>
              <a:gd name="adj" fmla="val 6000"/>
            </a:avLst>
          </a:prstGeom>
          <a:solidFill>
            <a:srgbClr val="2932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0" y="1131570"/>
            <a:ext cx="438912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latin typeface="Calibri"/>
              </a:rPr>
              <a:t>Vaishnavi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280" y="1680210"/>
            <a:ext cx="292608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latin typeface="Calibri"/>
              </a:rPr>
              <a:t>Enrollment / Roll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280" y="1885950"/>
            <a:ext cx="2926080" cy="2400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latin typeface="Calibri"/>
              </a:rPr>
              <a:t>25SCS1003002368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4144" y="168021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latin typeface="Calibri"/>
              </a:rPr>
              <a:t>Internship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4144" y="1885950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latin typeface="Calibri"/>
              </a:rPr>
              <a:t>Artificial Intelligence Intern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4095" y="5280660"/>
            <a:ext cx="4937760" cy="1028700"/>
          </a:xfrm>
          <a:prstGeom prst="roundRect">
            <a:avLst>
              <a:gd name="adj" fmla="val 12000"/>
            </a:avLst>
          </a:prstGeom>
          <a:solidFill>
            <a:srgbClr val="749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3280" y="5472684"/>
            <a:ext cx="43891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latin typeface="Calibri"/>
              </a:rPr>
              <a:t>HOST 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280" y="5678424"/>
            <a:ext cx="4389120" cy="2400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latin typeface="Calibri"/>
              </a:rPr>
              <a:t>Codec Technologies Pvt. Ltd.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280" y="5911596"/>
            <a:ext cx="438912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latin typeface="Calibri"/>
              </a:rPr>
              <a:t>AICTE &amp; ICAC Approved Internship Program</a:t>
            </a:r>
          </a:p>
        </p:txBody>
      </p:sp>
    </p:spTree>
    <p:extLst>
      <p:ext uri="{BB962C8B-B14F-4D97-AF65-F5344CB8AC3E}">
        <p14:creationId xmlns:p14="http://schemas.microsoft.com/office/powerpoint/2010/main" val="93993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5334000" cy="2633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9843"/>
            <a:ext cx="5334000" cy="2633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64643"/>
            <a:ext cx="4910613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>
                <a:latin typeface="Poppins"/>
              </a:rPr>
              <a:t>Candidate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Student Name: VAISHNAVI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Roll Number: 25SCS1003002368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Internship Role: Artificial Intelligence Intern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Internship Duration: 1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Internship Dates: 30/07/2026 – 30/08/2026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864643"/>
            <a:ext cx="4910613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>
                <a:latin typeface="Poppins"/>
              </a:rPr>
              <a:t>Internship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Program: AICTE &amp; ICAC Approved 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Organization: Codec Technologies Pvt.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Domain: Artificial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Mode: Internship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Certificate: Internship Completion Certificate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912268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91226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Candidate &amp; Internship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6692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>
                <a:latin typeface="Inter"/>
              </a:rPr>
              <a:t>Codec Technologies Pvt. Ltd. provided the internship program in the field of Artificial Intelligence.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6925"/>
            <a:ext cx="3819525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3080295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The internship was designed to give practical exposure to AI concepts and their applications.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80408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The program helped connect academic learning with practical understanding of Artificial Intelligence.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88052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Internship Domain: Artificial Intelligence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4583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4695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94808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Organization Profile: Codec Technologies Pvt.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1382"/>
            <a:ext cx="5334000" cy="27705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91382"/>
            <a:ext cx="5334000" cy="2770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>
                <a:latin typeface="Poppins"/>
              </a:rPr>
              <a:t>The Learning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24807"/>
            <a:ext cx="467677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latin typeface="Inter"/>
              </a:rPr>
              <a:t>Artificial Intelligence includes concepts such as data processing, machine learning, intelligent decision-making, and automation.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31422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>
                <a:latin typeface="Inter"/>
              </a:rPr>
              <a:t>Students benefit from practical exposure because it helps them understand how AI concepts are applied beyond classroom theory.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>
                <a:latin typeface="Poppins"/>
              </a:rPr>
              <a:t>The Internship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24807"/>
            <a:ext cx="467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latin typeface="Inter"/>
              </a:rPr>
              <a:t>The one-month internship focused on building practical understanding of Artificial Intelligence and developing industry-oriented technical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7044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>
                <a:latin typeface="Inter"/>
              </a:rPr>
              <a:t>The program provided an opportunity to learn, practice, and understand AI concepts through structured internship activities.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4380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84380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Internship Context &amp; Learning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3878"/>
            <a:ext cx="2583656" cy="2845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3878"/>
            <a:ext cx="2583656" cy="2845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3878"/>
            <a:ext cx="2583656" cy="284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3878"/>
            <a:ext cx="2583656" cy="284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Artificial Intelligence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>
                <a:latin typeface="Inter"/>
              </a:rPr>
              <a:t>Understand the basic concepts, applications, and importance of Artificial Intelligence.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1406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Machine Learning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>
                <a:latin typeface="Inter"/>
              </a:rPr>
              <a:t>Learn how machine learning supports intelligent systems and data-driven decision making.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3187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Practical AI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>
                <a:latin typeface="Inter"/>
              </a:rPr>
              <a:t>Develop practical understanding of AI workflows, problem solving, and technical implementation.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4968" y="332065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Industry-Oriented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4968" y="370165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>
                <a:latin typeface="Inter"/>
              </a:rPr>
              <a:t>Connect academic concepts with practical applications and improve technical confidence.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8203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8203"/>
            <a:ext cx="45720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8203"/>
            <a:ext cx="45720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8203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Core Internship Learning 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5068"/>
            <a:ext cx="2583656" cy="2843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5068"/>
            <a:ext cx="2583656" cy="2843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5068"/>
            <a:ext cx="2583656" cy="2843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5068"/>
            <a:ext cx="2583656" cy="2843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AI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Concepts: Artificial Intelligence, intelligent systems,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400550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Learning: Problem solving, data-driven thinking, AI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Programming &amp;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1406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Programming: Python and basic programming concepts for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1406" y="4400550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Practical Work: Implementation, experimentation, and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3187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3187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Concepts: Data, features, models, training and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Skills: Understanding AI/ML workflow and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4968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latin typeface="Poppins"/>
              </a:rPr>
              <a:t>Professional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4968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Documentation: Organizing work and presenting technical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4968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>
                <a:latin typeface="Inter"/>
              </a:rPr>
              <a:t>Development: Analytical thinking, learning, and problem solving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9393"/>
            <a:ext cx="31432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9393"/>
            <a:ext cx="45720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9393"/>
            <a:ext cx="3619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9393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Technologies &amp; AI Internship Learning Areas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690687"/>
            <a:ext cx="54006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Artificial Intelligence Workflow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66962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Input &amp; Data: Collect and understand the information required for an AI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81300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Preprocessing: Prepare and organize data so it can be used effectively.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9563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Model / Logic: Apply AI or machine-learning concepts to identify patterns or make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2862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Output: Generate a useful prediction, classification, or intelligent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51008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Evaluation: Check results, identify errors, and improve the overall approach.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81250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95587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09925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67150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524375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latin typeface="Poppin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AI Fundamentals</a:t>
            </a:r>
            <a:br/>
            <a:r>
              <a:t>Introduction to Artificial Intelligence, applications, and basic concepts.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latin typeface="Poppin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Machine Learning Basics</a:t>
            </a:r>
            <a:br/>
            <a:r>
              <a:t>Understanding data, learning methods, models, and AI workflows.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latin typeface="Poppins"/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Practical AI Learning</a:t>
            </a:r>
            <a:br/>
            <a:r>
              <a:t>Applying concepts through examples, implementation, testing, and problem solving.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latin typeface="Poppins"/>
              </a:rPr>
              <a:t>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Review &amp; Finalization</a:t>
            </a:r>
            <a:br/>
            <a:r>
              <a:t>Consolidating learning, documenting work, and preparing the internship outcomes.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Internship Timeline — Month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latin typeface="Poppins"/>
              </a:rPr>
              <a:t>Learning Outcome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AI Understanding</a:t>
            </a:r>
            <a:br/>
            <a:r>
              <a:t>Built a stronger foundation in Artificial Intelligence concepts and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latin typeface="Poppins"/>
              </a:rPr>
              <a:t>Learning Outcome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Technical Skills</a:t>
            </a:r>
            <a:br/>
            <a:r>
              <a:t>Improved programming, analytical thinking, and practical problem-solving skills.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latin typeface="Poppins"/>
              </a:rPr>
              <a:t>Learning Outcome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Practical Exposure</a:t>
            </a:r>
            <a:br/>
            <a:r>
              <a:t>Understood how AI concepts can be translated into practical solutions.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latin typeface="Poppins"/>
              </a:rPr>
              <a:t>Learning Outcome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>
                <a:latin typeface="Inter"/>
              </a:rPr>
              <a:t>Professional Development</a:t>
            </a:r>
            <a:br/>
            <a:r>
              <a:t>Improved documentation, presentation, and industry-oriented learning habits.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Key Learning Outcomes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355056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AI Fundamentals: Developed a clearer understanding of Artificial Intelligence and its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276939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Problem Solving: Practiced analytical thinking and structured approaches to AI-related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42661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Technical Learning: Strengthened understanding of programming and AI/ML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08384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Practical Exposure: Connected theoretical concepts with practical internship-based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74106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>
                <a:latin typeface="Inter"/>
              </a:rPr>
              <a:t>Professional Growth: Improved documentation, communication, presentation, and confidence.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9343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3681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40906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8131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55356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Skills &amp; Internship Outcomes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6918"/>
            <a:ext cx="11049000" cy="37195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026443"/>
          <a:ext cx="11029949" cy="3700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r>
                        <a:rPr sz="1100"/>
                        <a:t>Verification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Official Record / Credential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r>
                        <a:rPr sz="1100"/>
                        <a:t>Internship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Artificial Intelligence Intern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r>
                        <a:rPr sz="1100"/>
                        <a:t>Issuing Organization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Codec Technologies Pvt. Ltd.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r>
                        <a:rPr sz="1100"/>
                        <a:t>Program Approval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AICTE &amp; ICAC Approved Internship Program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r>
                        <a:rPr sz="1100"/>
                        <a:t>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 Month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r>
                        <a:rPr sz="1100"/>
                        <a:t>Internship Dates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30/07/2026 – 30/08/2026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640">
                <a:tc>
                  <a:txBody>
                    <a:bodyPr/>
                    <a:lstStyle/>
                    <a:p>
                      <a:r>
                        <a:rPr sz="1100"/>
                        <a:t>Certificate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Internship Completion Certificate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694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66083" y="30694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5790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66083" y="35790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088606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66083" y="4088606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6458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66083" y="46458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2030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66083" y="52030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57126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083" y="57126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>
                <a:latin typeface="Poppins"/>
              </a:rPr>
              <a:t>Certification &amp; Official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ptos Display"/>
              </a:rPr>
              <a:t>CERTIFICATION &amp; OFFICIAL VERIFICATION</a:t>
            </a:r>
          </a:p>
        </p:txBody>
      </p:sp>
      <p:pic>
        <p:nvPicPr>
          <p:cNvPr id="4" name="Picture 3" descr="vaishnavi_internship_certific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77240"/>
            <a:ext cx="914400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8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0751" y="1662112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>
                <a:latin typeface="Poppins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8475" y="3719512"/>
            <a:ext cx="1828800" cy="3143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>
                <a:latin typeface="Inter SemiBold"/>
              </a:rPr>
              <a:t>Vaishnavi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8475" y="4367212"/>
            <a:ext cx="1828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latin typeface="Inter"/>
              </a:rPr>
              <a:t>Roll No: 25SCS1003002368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>
                <a:latin typeface="Inter SemiBold"/>
              </a:rPr>
              <a:t>Artificial Intelligence Intern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latin typeface="Inter"/>
              </a:rPr>
              <a:t>Codec Technologies Pvt. Ltd.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920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&amp; Official Verification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Vijendra Kumar</cp:lastModifiedBy>
  <cp:revision>3</cp:revision>
  <dcterms:created xsi:type="dcterms:W3CDTF">2013-01-27T09:14:16Z</dcterms:created>
  <dcterms:modified xsi:type="dcterms:W3CDTF">2026-08-19T20:01:30Z</dcterms:modified>
  <cp:category/>
</cp:coreProperties>
</file>